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595360" y="100584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923544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7863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6868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VERSIYONLAR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22960" y="26517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Gelecek Versiyonlar ve Yol Haritası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68680" y="4663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Yapamadıklarımız ve ileride eklenecek yetenekler — gereken donanımlarla.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86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Proje Sunumu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Şu an ne yapabiliyor?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Mobil + otonom sürüş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ve AUTO (engel kaçınma).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Kontrollü biçme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ile kesici motor.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Temel güvenlik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+ devrilme algılama.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HEDEFLER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Bir sonraki versiyonlar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Şarj istasyonuna dönüş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Bitince kendi şarjına gider.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Çim toplama/vakumlama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Kesilen çimi toplayıp biriktirme.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Uzaktan bağlantı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dışından izleme/kontrol (GPRS).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62" y="438290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Gelişmiş navigasyon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8308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GPS-RTK ile hassas rota ve haritalama.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0436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039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342" y="4382902"/>
            <a:ext cx="359908" cy="3599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4736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Gelişmiş algılama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4736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veya derinlik kamerası.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6864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467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622" y="4382902"/>
            <a:ext cx="359908" cy="3599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1164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Güneş destekli istasyon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1164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Şarj istasyonunda panel.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ŞARJ İSTASYONUNA DÖNÜŞ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Yaklaşım ve donanım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Şarj dok istasyonu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yanaşınca temas eden kontaklar.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Kılavuzlama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Kızılötesi/manyetik iz veya GPS ile doka yönelme.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Batarya izleme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şarjda otomatik dönüş tetikleme.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ÇIM TOPLAMA / VAKUMLAMA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Yaklaşım ve donanım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Vakum/fan motoru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Kesilen çimi emen ikinci güçlü motor.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Toplama haznesi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Çimin biriktiği çıkarılabilir kutu.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Ek güç bütçesi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büyük batarya / ayrı besleme gerekir.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UZAKTAN BAĞLANTI (GPRS/GSM)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Saha dışından erişim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GSM/4G modül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/ A7670 — internet üzerinden izleme.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Konum takibi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modülü ile canlı konum/anti-hırsızlık.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Uzaktan komut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ağı dışından başlat/durdur, durum bildirimi.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 OTONOM NAVIGASYON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Hassas ve haritalı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GPS-RTK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Santim doğruluğunda konum; sınır tanımı.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Haritalama + rota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Alanı tarayıp verimli biçme deseni planlama.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Kapsama kontrolü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yeri atlamadan biçme (full coverage).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1097280" y="329184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ALGILAMA YÜKSELTMESI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TF-Luna'nın </a:t>
            </a:r>
            <a:pPr indent="0" marL="0">
              <a:buNone/>
            </a:pPr>
            <a:r>
              <a:rPr lang="en-US" sz="3600" b="1" dirty="0">
                <a:solidFill>
                  <a:srgbClr val="8FBF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ötesi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68680" y="2286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noktalı ToF yerine, 3B çevre algısı için iki güçlü alternatif — Jetson / Raspberry Pi üzerinde.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3566160"/>
            <a:ext cx="3322320" cy="2468880"/>
          </a:xfrm>
          <a:prstGeom prst="roundRect">
            <a:avLst>
              <a:gd name="adj" fmla="val 4444"/>
            </a:avLst>
          </a:prstGeom>
          <a:solidFill>
            <a:srgbClr val="1E3D23"/>
          </a:solidFill>
          <a:ln/>
        </p:spPr>
      </p:sp>
      <p:sp>
        <p:nvSpPr>
          <p:cNvPr id="7" name="Shape 4"/>
          <p:cNvSpPr/>
          <p:nvPr/>
        </p:nvSpPr>
        <p:spPr>
          <a:xfrm>
            <a:off x="109728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30" y="4081150"/>
            <a:ext cx="359908" cy="3599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7548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LiDAR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05840" y="5349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geometrik tarama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19600" y="3566160"/>
            <a:ext cx="3322320" cy="2468880"/>
          </a:xfrm>
          <a:prstGeom prst="roundRect">
            <a:avLst>
              <a:gd name="adj" fmla="val 4444"/>
            </a:avLst>
          </a:prstGeom>
          <a:solidFill>
            <a:srgbClr val="1E3D23"/>
          </a:solidFill>
          <a:ln/>
        </p:spPr>
      </p:sp>
      <p:sp>
        <p:nvSpPr>
          <p:cNvPr id="12" name="Shape 8"/>
          <p:cNvSpPr/>
          <p:nvPr/>
        </p:nvSpPr>
        <p:spPr>
          <a:xfrm>
            <a:off x="469392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870" y="4081150"/>
            <a:ext cx="359908" cy="3599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2480" y="47548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Derinlik Kamerası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602480" y="5349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 görsel + derinlik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16240" y="3566160"/>
            <a:ext cx="3322320" cy="2468880"/>
          </a:xfrm>
          <a:prstGeom prst="roundRect">
            <a:avLst>
              <a:gd name="adj" fmla="val 4444"/>
            </a:avLst>
          </a:prstGeom>
          <a:solidFill>
            <a:srgbClr val="1E3D23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0560" y="3886200"/>
            <a:ext cx="749808" cy="749808"/>
          </a:xfrm>
          <a:prstGeom prst="ellipse">
            <a:avLst/>
          </a:prstGeom>
          <a:solidFill>
            <a:srgbClr val="6FA33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510" y="4081150"/>
            <a:ext cx="359908" cy="3599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99120" y="475488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Jetson / RasPi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8199120" y="5349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 işleme beyni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1 — LIDAR VERSIYONU (JETSON/RASPI)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08265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LiDAR ile 3B Algılama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ARTILARI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249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6974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Işıktan bağımsız, gece/gündüz güvenilir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015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3741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veya geniş açı — kör nokta az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7822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98448" y="40507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ve hassas mesafe/geometri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754880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98448" y="47274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Haritalama (SLAM) için çok uygun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431536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98448" y="540410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İşleme yükü kameraya göre düşük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172200" y="20116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BEDEC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EKSİLERİ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649224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812280" y="26974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Nesneyi tanımaz (insan/ağaç ayırt etmez)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6492240" y="3374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812280" y="33741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pahalı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6492240" y="40507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812280" y="40507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İnce/düşük engelleri kaçırabilir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6492240" y="47274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812280" y="47274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Ucuz modeller güneşte zorlanabilir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92240" y="5404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812280" y="540410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Mekanik (dönen) parça — aşınma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2 — DERINLIK KAMERASI (JETSON/RASPI)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08265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Kamera ile 3B + Tanıma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ARTILARI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249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6974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Nesneyi TANIR (insan, hayvan, engel tipi)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015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3741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+ derinlik — zengin bilgi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7822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98448" y="40507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ile akıllı kararlar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754880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98448" y="47274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Kayıt/izleme ve tanıma imkânı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431536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98448" y="540410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Hareketli parça yok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172200" y="20116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BEDEC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EKSİLERİ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649224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812280" y="26974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Işığa bağımlı — karanlıkta zayıf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6492240" y="3374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812280" y="33741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 işleme → güçlü Jetson gerekir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6492240" y="40507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812280" y="40507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güç tüketimi (pili yorar)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6492240" y="47274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812280" y="47274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eğitimi/ayarı gerektirir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92240" y="5404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812280" y="540410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mekân/parlama zorlayabilir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LiDAR vs Derinlik Kamerası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95344"/>
                <a:gridCol w="3904488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 Kamerası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Mesafe/geometri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Tanıma + derinlik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Işık koşulu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koşulda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Işığa bağımlı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Nesne tanıma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 (AI)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İşleme yükü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Düşük-orta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(Jetson)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 tüketimi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Orta-yüksek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kullanım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Güvenli navigasyon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Akıllı karar/tanıma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GEREKEN EK DONANIM (GELECEK)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Özet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Jetson / Raspberry Pi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algılama ve AI için işlem gücü.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GSM/4G + GPS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Uzaktan bağlantı ve konum.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Şarj dok + kılavuz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şarj dönüşü.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62" y="438290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Vakum motoru + hazne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8308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Çim toplama.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0436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039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342" y="4382902"/>
            <a:ext cx="359908" cy="3599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4736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Daha büyük batarya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4736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Artan güç ihtiyacı.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6864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467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622" y="4382902"/>
            <a:ext cx="359908" cy="3599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1164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LiDAR / derinlik kamerası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1164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 çevre algısı.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Kısa → uzun vade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3017520"/>
            <a:ext cx="9966960" cy="0"/>
          </a:xfrm>
          <a:prstGeom prst="line">
            <a:avLst/>
          </a:prstGeom>
          <a:noFill/>
          <a:ln w="38100">
            <a:solidFill>
              <a:srgbClr val="8FBF5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828800" y="2468880"/>
            <a:ext cx="1097280" cy="10972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093" y="275417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Kısa vade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Şarj istasyonu dönüşü + GPS/GSM izleme.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2468880"/>
            <a:ext cx="1097280" cy="10972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33" y="2754173"/>
            <a:ext cx="526694" cy="526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Orta vade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48056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Çim toplama + gelişmiş navigasyon (RTK).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326880" y="2468880"/>
            <a:ext cx="1097280" cy="10972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3" y="275417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Uzun vade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2960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LiDAR/kamera + AI ile tam otonom filo.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78240" y="82296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566928" cy="566928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969264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822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22960" y="2468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Bugünün prototipi,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yarının akıllı robotu.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68680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 mimari sayesinde her yeni yetenek adım adım eklenebilir.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2026-10-13T22:22:03Z</dcterms:created>
  <dcterms:modified xsi:type="dcterms:W3CDTF">2026-10-13T22:22:03Z</dcterms:modified>
</cp:coreProperties>
</file>