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595360" y="100584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923544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7863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6868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TANITIM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22960" y="26517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Neden ÇİMBOT?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68680" y="4663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Çim bakımını otomatiğe alan, telefondan kontrol edilen akıllı robot.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86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/ Tanıtım Sunumu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Klasik çim biçmek yorucu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Zaman kaybı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hafta saatlerce bahçe uğraşı.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Yüksek masraf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Bahçıvan ücreti, benzin, bakım.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Yorucu ve riskli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Gürültülü, tekrarlı, kazaya açık iş.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1097280" y="329184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Bahçe bakımını </a:t>
            </a:r>
            <a:pPr indent="0" marL="0">
              <a:buNone/>
            </a:pPr>
            <a:r>
              <a:rPr lang="en-US" sz="3600" b="1" dirty="0">
                <a:solidFill>
                  <a:srgbClr val="8FBF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otomatiğe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alın.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68680" y="2286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Telefondan joystick ile sür ya da otonom moda bırak — gerisini ÇİMBOT halleder.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3566160"/>
            <a:ext cx="2423160" cy="2468880"/>
          </a:xfrm>
          <a:prstGeom prst="roundRect">
            <a:avLst>
              <a:gd name="adj" fmla="val 4528"/>
            </a:avLst>
          </a:prstGeom>
          <a:solidFill>
            <a:srgbClr val="1E3D23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30" y="4081150"/>
            <a:ext cx="359908" cy="3599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754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Mobil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05840" y="5349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kontrol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520440" y="3566160"/>
            <a:ext cx="2423160" cy="2468880"/>
          </a:xfrm>
          <a:prstGeom prst="roundRect">
            <a:avLst>
              <a:gd name="adj" fmla="val 4528"/>
            </a:avLst>
          </a:prstGeom>
          <a:solidFill>
            <a:srgbClr val="1E3D23"/>
          </a:solidFill>
          <a:ln/>
        </p:spPr>
      </p:sp>
      <p:sp>
        <p:nvSpPr>
          <p:cNvPr id="12" name="Shape 8"/>
          <p:cNvSpPr/>
          <p:nvPr/>
        </p:nvSpPr>
        <p:spPr>
          <a:xfrm>
            <a:off x="379476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710" y="4081150"/>
            <a:ext cx="359908" cy="3599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3320" y="4754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Otonom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703320" y="5349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biçer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3566160"/>
            <a:ext cx="2423160" cy="2468880"/>
          </a:xfrm>
          <a:prstGeom prst="roundRect">
            <a:avLst>
              <a:gd name="adj" fmla="val 4528"/>
            </a:avLst>
          </a:prstGeom>
          <a:solidFill>
            <a:srgbClr val="1E3D23"/>
          </a:solidFill>
          <a:ln/>
        </p:spPr>
      </p:sp>
      <p:sp>
        <p:nvSpPr>
          <p:cNvPr id="17" name="Shape 12"/>
          <p:cNvSpPr/>
          <p:nvPr/>
        </p:nvSpPr>
        <p:spPr>
          <a:xfrm>
            <a:off x="649224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190" y="4081150"/>
            <a:ext cx="359908" cy="3599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4754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Sessiz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400800" y="5349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Elektrikli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915400" y="3566160"/>
            <a:ext cx="2423160" cy="2468880"/>
          </a:xfrm>
          <a:prstGeom prst="roundRect">
            <a:avLst>
              <a:gd name="adj" fmla="val 4528"/>
            </a:avLst>
          </a:prstGeom>
          <a:solidFill>
            <a:srgbClr val="1E3D23"/>
          </a:solidFill>
          <a:ln/>
        </p:spPr>
      </p:sp>
      <p:sp>
        <p:nvSpPr>
          <p:cNvPr id="22" name="Shape 16"/>
          <p:cNvSpPr/>
          <p:nvPr/>
        </p:nvSpPr>
        <p:spPr>
          <a:xfrm>
            <a:off x="918972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670" y="4081150"/>
            <a:ext cx="359908" cy="3599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98280" y="4754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Güvenli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9098280" y="5349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Engel+devrilme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FARKLI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Klasik Yöntemlerden Farkı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7D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Geleneksel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249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itmeli / benzinli makine — fiziksel emek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747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447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Bahçıvan — randevu ve ücret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2452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197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Gürültülü, kokulu, kirli çalışma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7433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9469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otomasyon / güvenlik yok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617220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1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724912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Telefondan joystick veya tam otonom mod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47472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58000" y="3447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 senin kontrolünde, ek ücret yok</a:t>
            </a:r>
            <a:endParaRPr lang="en-US" sz="13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224528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58000" y="4197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Sessiz, temiz, sıfır emisyon</a:t>
            </a:r>
            <a:endParaRPr lang="en-US" sz="13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974336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58000" y="49469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algılama + devrilince otomatik durma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Kutunun içinde ne var?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Mobil Joystick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yöne oranlı, düşük gecikmeli kontrol.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Otonom Mod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görünce kaçıp düz devam eder.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Akıllı Güvenlik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+ devrilme algılama, acil stop.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62" y="438290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Kablosuz Güç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8308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Şarjlı, taşınabilir Bosch akü.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0436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039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342" y="4382902"/>
            <a:ext cx="359908" cy="3599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4736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Çevreci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4736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Elektrikli, sessiz, sıfır emisyon.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6864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467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622" y="4382902"/>
            <a:ext cx="359908" cy="3599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1164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Kompakt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1164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Hafif 3D baskı gövde.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ÇALIŞIR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Üç adımda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3017520"/>
            <a:ext cx="9966960" cy="0"/>
          </a:xfrm>
          <a:prstGeom prst="line">
            <a:avLst/>
          </a:prstGeom>
          <a:noFill/>
          <a:ln w="38100">
            <a:solidFill>
              <a:srgbClr val="8FBF5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828800" y="2468880"/>
            <a:ext cx="1097280" cy="10972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093" y="275417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Bağlan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Telefonla ÇİMBOT ağına gir.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2468880"/>
            <a:ext cx="1097280" cy="10972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33" y="2754173"/>
            <a:ext cx="526694" cy="526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Sür veya AUTO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48056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Joystick'le sür ya da otonom bırak.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326880" y="2468880"/>
            <a:ext cx="1097280" cy="10972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3" y="275417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Keyfini çıkar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2960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biçer, sen dinlenirsin.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AKILLI GÜVENLIK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İnsan ve çevre için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Engel algılama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Önündeki engeli görüp durur/kaçar.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Devrilme koruması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Kaldırılır/devrilirse bıçak + motor anında durur.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Acil stop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dokunuşla her şey durur.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1097280" y="329184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FIRSATI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Hızla büyüyen bir </a:t>
            </a:r>
            <a:pPr indent="0" marL="0">
              <a:buNone/>
            </a:pPr>
            <a:r>
              <a:rPr lang="en-US" sz="3600" b="1" dirty="0">
                <a:solidFill>
                  <a:srgbClr val="8FBF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pazar.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68680" y="2286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çim biçme makinesi pazarı yıllık çift haneli (~%14 CAGR) büyüyor.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3566160"/>
            <a:ext cx="3322320" cy="2468880"/>
          </a:xfrm>
          <a:prstGeom prst="roundRect">
            <a:avLst>
              <a:gd name="adj" fmla="val 4444"/>
            </a:avLst>
          </a:prstGeom>
          <a:solidFill>
            <a:srgbClr val="1E3D23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30" y="4081150"/>
            <a:ext cx="359908" cy="3599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7548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~%14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05840" y="5349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büyüme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19600" y="3566160"/>
            <a:ext cx="3322320" cy="2468880"/>
          </a:xfrm>
          <a:prstGeom prst="roundRect">
            <a:avLst>
              <a:gd name="adj" fmla="val 4444"/>
            </a:avLst>
          </a:prstGeom>
          <a:solidFill>
            <a:srgbClr val="1E3D23"/>
          </a:solidFill>
          <a:ln/>
        </p:spPr>
      </p:sp>
      <p:sp>
        <p:nvSpPr>
          <p:cNvPr id="12" name="Shape 8"/>
          <p:cNvSpPr/>
          <p:nvPr/>
        </p:nvSpPr>
        <p:spPr>
          <a:xfrm>
            <a:off x="469392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870" y="4081150"/>
            <a:ext cx="359908" cy="3599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2480" y="47548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$20B+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602480" y="5349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2030'larda pazar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16240" y="3566160"/>
            <a:ext cx="3322320" cy="2468880"/>
          </a:xfrm>
          <a:prstGeom prst="roundRect">
            <a:avLst>
              <a:gd name="adj" fmla="val 4444"/>
            </a:avLst>
          </a:prstGeom>
          <a:solidFill>
            <a:srgbClr val="1E3D23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056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510" y="4081150"/>
            <a:ext cx="359908" cy="3599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99120" y="47548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Milyonlar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8199120" y="5349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Potansiyel bahçe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Kimler için?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0317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1223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 bahçeleri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12230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ve müstakil ev sahipleri.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63290" y="1828800"/>
            <a:ext cx="250317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1932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27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6290" y="2084832"/>
            <a:ext cx="1223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Siteler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06290" y="2542032"/>
            <a:ext cx="12230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yeşil alan yönetimi.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86500" y="1828800"/>
            <a:ext cx="250317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4253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48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29500" y="2084832"/>
            <a:ext cx="1223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Parklar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429500" y="2542032"/>
            <a:ext cx="12230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Belediye / kamusal alanlar.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09710" y="1828800"/>
            <a:ext cx="250317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6574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692" y="227978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52710" y="2084832"/>
            <a:ext cx="1223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Tesisler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0252710" y="2542032"/>
            <a:ext cx="12230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ve geniş peyzaj.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ÖNERISI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Neden kazandırır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263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4046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Uygun fiyat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40462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İthal robotlara kıyasla erişilebilir, yerli.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86500" y="1828800"/>
            <a:ext cx="53263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253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48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9500" y="2084832"/>
            <a:ext cx="4046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Düşük işletme gideri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29500" y="2542032"/>
            <a:ext cx="40462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Elektrikli; benzin/bakım masrafı minimum.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263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62" y="438290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87952"/>
            <a:ext cx="4046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Özelleştirilebilir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645152"/>
            <a:ext cx="40462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mimari; kolay geliştirme.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86500" y="3931920"/>
            <a:ext cx="53263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4253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482" y="438290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9500" y="4187952"/>
            <a:ext cx="4046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Büyüme potansiyeli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29500" y="4645152"/>
            <a:ext cx="40462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Genişleyen akıllı bahçe pazarında güçlü konum.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78240" y="82296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566928" cy="566928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969264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822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22960" y="2468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Bahçelerin geleceğine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ortak olun.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68680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kontrollü, otonom ve uygun fiyatlı çim biçme robotu.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2026-10-13T22:22:02Z</dcterms:created>
  <dcterms:modified xsi:type="dcterms:W3CDTF">2026-10-13T22:22:02Z</dcterms:modified>
</cp:coreProperties>
</file>