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595360" y="100584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923544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8760" y="7863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ÇİMBOT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6868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SUNUMU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22960" y="265176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 Süreci ve Fazlar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868680" y="4663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Fikirden çalışan prototipe: adım adım nasıl geliştirdik.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868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Proje Sunumu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AMACI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 hedefledik?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Mobil kontrol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Telefondan kablosuz, gerçek zamanlı sürüş.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Otonom biçme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algılayıp kaçarak kendi başına çalışma.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Güvenlik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İnsan/engel/devrilme karşısında güvenli davranış.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Alt sistemler ve etkileşim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Beyin (ESP32)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kontrol ve sensör yönetimi.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Sürüş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+ 2 motor, diferansiyel.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Kesici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RS775 + MOSFET (PWM).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062" y="4382902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Algılama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8308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TF-Luna + servo + MPU6050.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0436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039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342" y="4382902"/>
            <a:ext cx="359908" cy="3599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4736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Güç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4736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18V + buck çeviriciler.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6864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2467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622" y="4382902"/>
            <a:ext cx="359908" cy="3599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1164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Arayüz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1164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+ WebSocket web paneli.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 — SÜRÜŞ KONTROLÜ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Temel: motorları döndürmek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ESP32 + L298N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bağlantısı, ortak GND, PWM ile hız.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Tezgah testi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Tekerlekler havada; ileri/geri/dönüş doğrulandı.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Sonuç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Beyin motorları güvenle sürüyor. 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 — KABLOSUZ KONTROL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Telefondan sürmek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WiFi Access Point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kendi ağını yayınlar.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WebSocket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gecikme — anlık komut.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Web arayüzü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kurmadan tarayıcıdan kontrol.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 — ENGEL ALGILAMA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Ortamı görmek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TF-Luna entegrasyonu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UART'tan mesafe okuma (checksum'lı).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Canlı görselleştirme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Arayüzde ışın/mesafe; engelde kırmızı uyarı.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Güvenlik duruşu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varken ileri komutu engellenir.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4 — MEKANIK TASARIM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Yürüyen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3D baskı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Şase, tekerlek, caster, tutucular.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Ağırlık optimizasyonu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kg → 1,3 kg (iç dolgu/duvar azaltma).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çekiş + caster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zeminde dengeli, çimde 4 tekere yükseltilebilir.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5 — GÜÇ SISTEMI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Kablosuz enerji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Bosch 18V 5Ah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akım, ~40 dk; GAL hızlı şarj.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Buck çeviriciler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18→12V (sürüş), →5V (ESP32).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Koruma + ortak GND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30A sigorta; tüm toprak tek noktada.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6 — KESICI MOTOR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Biçme sistemi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RS775 + MOSFET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IRLZ44N ile yüksek akım anahtarlama.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Flyback + soğutucu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Koruma ve ısı yönetimi.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Yumuşak başlatma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rampası ile kalkış akımı düşük.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7 — GÜVENLIK &amp; SENSÖR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Son katman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MPU6050 tilt-kesme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Devrilince bıçak + motorlar anında durur.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Servo tarama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TF-Luna'yı süpürüp görüş açısını genişletir.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Acil stop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Arayüzden tüm sistemi kesme.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YAZILIM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Tek sayfalık kontrol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Joystick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mixing; her yön, geri+dönüş, ayarlanabilir.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 (swerve)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Engelde sağa kaç → geç → sola dön → düz devam.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Web panel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Mesafe görseli, hız, bıçak, mod, acil stop.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SORUNLAR VE ÇÖZÜMLER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Karşılaşılan Sorunlar ve Çözümler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7D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Sorun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249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 karışıktı (öne basınca sağa gidiyordu)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4747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447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Dönüşte bir teker tam duruyordu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2452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197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sayfasında Türkçe karakter bozulması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7433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9469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köşede iç tekeri durduruyordu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617220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49224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Çözüm</a:t>
            </a:r>
            <a:endParaRPr lang="en-US" sz="1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724912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5800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bağlı motor kodda düzeltildi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47472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58000" y="3447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yerine ayarlanabilir viraj (differential)</a:t>
            </a:r>
            <a:endParaRPr lang="en-US" sz="13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224528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58000" y="4197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charset=UTF-8 + düz harf kullanımı</a:t>
            </a:r>
            <a:endParaRPr lang="en-US" sz="13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974336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58000" y="49469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DONUS_GUCU değişkeniyle iç teker hızı sınırlandı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778240" y="82296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22960"/>
            <a:ext cx="566928" cy="566928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969264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8760" y="822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ÇİMBOT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22960" y="24688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Fikirden çalışan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prototipe.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868680" y="4297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faz boyunca test-düzelt-ilerle yaklaşımıyla tam entegre bir robot.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2026-10-13T22:22:03Z</dcterms:created>
  <dcterms:modified xsi:type="dcterms:W3CDTF">2026-10-13T22:22:03Z</dcterms:modified>
</cp:coreProperties>
</file>